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Light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11EA05-363E-45AE-BEC8-D4EE57DA7D5E}">
  <a:tblStyle styleId="{EE11EA05-363E-45AE-BEC8-D4EE57DA7D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Light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UrbanistLight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Light-bold.fntdata"/><Relationship Id="rId18" Type="http://schemas.openxmlformats.org/officeDocument/2006/relationships/font" Target="fonts/Urbanist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50531" y="2243137"/>
            <a:ext cx="749093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Fix My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Broken</a:t>
            </a: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Model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71837" y="3367087"/>
            <a:ext cx="5648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Customer Complaint Classifier Debugging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43337" y="4300537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PREPARED BY: 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KWENA RACHELAPA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90737"/>
            <a:ext cx="348615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90737"/>
            <a:ext cx="348615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090737"/>
            <a:ext cx="348615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71550" y="327183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Scenario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71550" y="3776662"/>
            <a:ext cx="27051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legacy model claimed 94% accuracy but failed completely when deployed to real South African telecom customers.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43450" y="327183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Mission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43450" y="3776662"/>
            <a:ext cx="2705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Identify 5 intentional bugs within broken_classifier.py and the data pipeline.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15350" y="3271837"/>
            <a:ext cx="284035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Objective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15350" y="3776662"/>
            <a:ext cx="2705100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Create a fixed_classifier.py that is honest, robust, and ready for real-world use.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25193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71650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2566987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dataset includes South African specific locations (e.g., Soweto, Sandton) and currencies (Rand) to reflect local market realities.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81175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3748087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Volume: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2,000 synthetic complaints.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4252912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Imbalance: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Heavily skewed toward Billing (60%).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4757737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Minority: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Fraud accounts for only 10% of samples.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7909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9577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0060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 OVERVIEW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43162"/>
            <a:ext cx="1743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81025" y="2852737"/>
            <a:ext cx="522922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Bug: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model used complaint_id prefixes (BIL, NET, SVC, FRD) as a training feature.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3633787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Problem: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 production, new complaints don't have category-based IDs yet. The model was "cheating" instead of learning language.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81025" y="4719637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Fix:</a:t>
            </a: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Removed ID-based features to force learning from actual text.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7262" y="3090862"/>
            <a:ext cx="8382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661070" y="4233862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Shortcut Detected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BUG 1: DATA LEAKAGE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9575" y="-103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825" y="1558675"/>
            <a:ext cx="5490675" cy="4500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47887"/>
            <a:ext cx="15144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6381750" y="2557462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Bug: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TF-IDF vectorization and feature engineering performed on the entire dataset before splitting.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381750" y="3328987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Problem: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model "saw" the test set vocabulary during training.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81750" y="4195762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Re-architected Pipeline: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81750" y="4700587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1. Clean Raw Text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81750" y="5014912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2. Split 80/20 Train/Test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81750" y="5329237"/>
            <a:ext cx="52292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3. Fit TF-IDF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only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on Training Data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BUG 2 &amp; 3: PIPELINE CONTAMINATION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 title="Gemini_Generated_Image_1p43a61p43a61p4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825" y="1473275"/>
            <a:ext cx="5417949" cy="450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81025" y="2400300"/>
            <a:ext cx="110299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94%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90950"/>
            <a:ext cx="1838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81025" y="420052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Bug: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Original pipeline only reported "Accuracy".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465772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Risk: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On imbalanced data, a model could ignore Fraud (10%) and still look good while losing the bank money.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5114925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Fix:</a:t>
            </a: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Full Classification Report (Precision, Recall, F1) and Confusion Matrix.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BUG 4: ACCURACY PARADOX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67075"/>
            <a:ext cx="522922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600325"/>
            <a:ext cx="20574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81025" y="3009900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Bug: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Classification report manually hardcoded names in the wrong order.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81025" y="3781425"/>
            <a:ext cx="52292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Problem: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LabelEncoder sorts alphabetically. "Network" results were showing under "Fraud".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81025" y="4552950"/>
            <a:ext cx="522922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Fix:</a:t>
            </a: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Dynamically mapped names using label_encoder.classes_.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772275" y="3657600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# Mapping the Truth: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 target_names = le.classes_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BUG 5: LABEL MISMATCH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/>
          <p:nvPr/>
        </p:nvGraphicFramePr>
        <p:xfrm>
          <a:off x="581025" y="26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{EE11EA05-363E-45AE-BEC8-D4EE57DA7D5E}</a:tableStyleId>
              </a:tblPr>
              <a:tblGrid>
                <a:gridCol w="1465800"/>
                <a:gridCol w="1592600"/>
                <a:gridCol w="1212050"/>
                <a:gridCol w="958750"/>
              </a:tblGrid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F1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Billing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Fraud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Network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0"/>
          <p:cNvSpPr/>
          <p:nvPr/>
        </p:nvSpPr>
        <p:spPr>
          <a:xfrm>
            <a:off x="581025" y="3167062"/>
            <a:ext cx="146580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046833" y="3167062"/>
            <a:ext cx="1592609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639442" y="3167062"/>
            <a:ext cx="121205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851499" y="3167062"/>
            <a:ext cx="95875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381750" y="2957512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Root Cause Diagnosis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3462337"/>
            <a:ext cx="5229225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"Network/Service" gap is due to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Noisy Labels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 generate_dataset.py (~15% swapped labels).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572250" y="4243387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model is working at the maximum theoretical limit of the data quality.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6381750" y="4243387"/>
            <a:ext cx="38100" cy="6286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81025" y="3705225"/>
            <a:ext cx="1465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046833" y="3705225"/>
            <a:ext cx="15926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639442" y="3705225"/>
            <a:ext cx="12120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851499" y="3705225"/>
            <a:ext cx="9587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81025" y="4229100"/>
            <a:ext cx="1465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046833" y="4229100"/>
            <a:ext cx="15926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639442" y="4229100"/>
            <a:ext cx="12120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851499" y="4229100"/>
            <a:ext cx="9587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81025" y="4752975"/>
            <a:ext cx="1465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2046833" y="4752975"/>
            <a:ext cx="15926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639442" y="4752975"/>
            <a:ext cx="12120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851499" y="4752975"/>
            <a:ext cx="9587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81025" y="5276850"/>
            <a:ext cx="146580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046833" y="5276850"/>
            <a:ext cx="159260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639442" y="5276850"/>
            <a:ext cx="121205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851499" y="5276850"/>
            <a:ext cx="9587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FINAL MODEL PERFORMANCE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14587"/>
            <a:ext cx="5229225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962025" y="2795587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days</a:t>
            </a: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0.1060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62025" y="3262312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account</a:t>
            </a: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0.0561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62025" y="3729037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number</a:t>
            </a: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0.0329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962025" y="4195762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acc</a:t>
            </a: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0.0240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962025" y="4662487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5.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minutes</a:t>
            </a:r>
            <a:r>
              <a:rPr b="0" i="0" lang="en-US" sz="19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9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0.0180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381750" y="3190875"/>
            <a:ext cx="549068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Proof of Success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381750" y="3695700"/>
            <a:ext cx="52292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Absence of "Cheat Features" proves success. The model now identifies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days down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charge errors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within the SA telecom context.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FEATURE IMPORTANCE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24087"/>
            <a:ext cx="34861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24087"/>
            <a:ext cx="34861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224087"/>
            <a:ext cx="34861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971550" y="3405175"/>
            <a:ext cx="256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Isolation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971550" y="4144075"/>
            <a:ext cx="2705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Strictly separate training logic from evaluation data. Leakage creates "magic" models that fail in production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743450" y="3405187"/>
            <a:ext cx="284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Order Matters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743450" y="4083324"/>
            <a:ext cx="27051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sequence of vectorization, feature scaling, and splitting is critical to model integrity.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8515350" y="3201100"/>
            <a:ext cx="243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Diverse Metrics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8450325" y="3910000"/>
            <a:ext cx="26607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Accuracy is a vanity metric in imbalanced datasets. Always analyze F1 and confusion matrices.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2704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704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70650" y="26113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581025" y="27622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81025" y="35242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81025" y="35242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81025" y="42957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05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676400" y="291226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https://png.pngtree.com/png-clipart/20250623/original/pngtree-glowing-blue-digital-brain-with-intricate-circuit-patterns-a-high-resolution-png-image_21215423.png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676400" y="314563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00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1790300" y="3726668"/>
            <a:ext cx="993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https://media.craiyon.com/2025-10-01/2me9oecaTQmNwknt4TGQ9g.webp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790263" y="3971931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www.craiyon.com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771525" y="581025"/>
            <a:ext cx="1138142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81025" y="581025"/>
            <a:ext cx="76200" cy="5905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